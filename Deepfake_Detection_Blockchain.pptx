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50292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03120"/>
            <a:ext cx="23774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28346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Abhay Kiran Pandey (003)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Bhaskara Sreya Sadhana Samhitha (022)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G.Bhavani Reddy (033)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Harshwardhan Nair (044)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Aashritha Monika (098)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82880" y="4572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Guide: Dr. Balajee Alphonse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A Project Report 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0" y="1371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840480" y="21031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Blockchain Integration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840480" y="2852928"/>
            <a:ext cx="41148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Bachelor of Technology in Computer Science &amp;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The Deepfake Problem &amp; Our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114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  Growing Threats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93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Misinformation campaigns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249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AI-generated videos spread false narratives at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7432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Identity fraud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29992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Deepfakes impersonate real people convincingly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493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Erosion of digital trust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3749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Ordinary observers cannot distinguish real from fake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42816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2428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Outdated tools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4498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Existing authentication methods are no longer sufficient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46304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✔  Our Proposed Solution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039112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349240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Deep Learning (ResNet-50)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49240" y="2286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CNN classifies uploaded media as REAL or FAKE with ~97% accuracy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53512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49240" y="2907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Blockchain Anchoring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349240" y="32004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SHA-256 hash of every file stored immutably on Ethereum Sepolia testnet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67912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4924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Tamper-Proof Verification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349240" y="4114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Anyone can re-verify any file's authenticity against the smart contract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709160" y="4343400"/>
            <a:ext cx="411480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4" name="Text 29"/>
          <p:cNvSpPr/>
          <p:nvPr/>
        </p:nvSpPr>
        <p:spPr>
          <a:xfrm>
            <a:off x="484632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5F"/>
                </a:solidFill>
              </a:rPr>
              <a:t>Goal: Build a scalable system that detects manipulated media AND prevents re-tampering via blockchain.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Modular Full-Stack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463040"/>
            <a:ext cx="182880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User 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Uploads file via Frontend UI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2423160"/>
            <a:ext cx="1828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423160"/>
            <a:ext cx="182880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Frontend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825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HTML / CSS / JavaScript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1920240"/>
            <a:ext cx="1874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31720" y="1920240"/>
            <a:ext cx="1874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Flask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3225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/upload  /verify  /health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46304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ML 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865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ResNet-50 via TensorFlow/Keras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242316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42316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Blockchain Svc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8254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Web3.py + SHA-256 Hashing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1463040"/>
            <a:ext cx="20574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463040"/>
            <a:ext cx="20574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Smart Contract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18653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DeepfakeHashRegistry (Solidity)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2423160"/>
            <a:ext cx="20574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2423160"/>
            <a:ext cx="2057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Ethereum Sepolia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282549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Testnet (Chain ID: 11155111)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29968" y="2286000"/>
            <a:ext cx="3017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2286000"/>
            <a:ext cx="365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2816352"/>
            <a:ext cx="365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1828800"/>
            <a:ext cx="3200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2816352"/>
            <a:ext cx="3200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42900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42900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ML Detection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4048" y="38404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ResNet-50 transfer learning — classifies REAL or FAKE with ~97% accuracy on benchmark datasets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46120" y="342900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46120" y="342900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3355848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SHA-256 Hashing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55848" y="38404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Every file receives a unique 64-char cryptographic fingerprint streamed for large file support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342900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3429000"/>
            <a:ext cx="27432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7"/>
          <p:cNvSpPr/>
          <p:nvPr/>
        </p:nvSpPr>
        <p:spPr>
          <a:xfrm>
            <a:off x="6327648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Blockchain Storage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27648" y="384048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Hash stored immutably on Ethereum testnet — tamper-proof and permanently verifiable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Step-by-Step System Workflow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530352" cy="1051560"/>
          </a:xfrm>
          <a:prstGeom prst="rect">
            <a:avLst/>
          </a:prstGeom>
          <a:solidFill>
            <a:srgbClr val="2563EB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76479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Data Preprocessing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1865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Extract frames from video using OpenCV. Select key frames. Resize to 224×224 for ResNet.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530352" cy="105156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76479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30952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ML Classification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30952" y="1865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Load ResNet-50 with ImageNet weights. Freeze base layers, add Dense + Dropout + sigmoid.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530352" cy="1051560"/>
          </a:xfrm>
          <a:prstGeom prst="rect">
            <a:avLst/>
          </a:prstGeom>
          <a:solidFill>
            <a:srgbClr val="B45309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95351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6112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Model Training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" y="30540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FaceForensics++ &amp; CelebDF datasets. 80/10/10 split. 30–50 epochs. Target ≥97% accuracy.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51760"/>
            <a:ext cx="530352" cy="1051560"/>
          </a:xfrm>
          <a:prstGeom prst="rect">
            <a:avLst/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295351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30952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SHA-256 Hashing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30952" y="30540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Streaming hash of uploaded file. 64-char hex digest → bytes32 for Solidity compatibility.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40480"/>
            <a:ext cx="530352" cy="105156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414223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96112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Smart Contract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42428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Solidity: mapping(bytes32⇒bool). storeHash() and verifyHash(). Deployed on Sepolia testnet.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840480"/>
            <a:ext cx="530352" cy="1051560"/>
          </a:xfrm>
          <a:prstGeom prst="rect">
            <a:avLst/>
          </a:prstGeom>
          <a:solidFill>
            <a:srgbClr val="B45309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414223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330952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Web3 Integration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30952" y="42428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Web3.py signs and submits transactions. Private key in env variable. ABI-based contract calls.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System Performance &amp; Outcomes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560320" cy="3337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28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~97%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ResNet-50 on CelebDF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FaceForensics++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463040"/>
            <a:ext cx="56692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463040"/>
            <a:ext cx="54864" cy="5852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572768"/>
            <a:ext cx="731520" cy="365760"/>
          </a:xfrm>
          <a:prstGeom prst="rect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72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0" y="15910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User uploads image or video via web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130552"/>
            <a:ext cx="56692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130552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2240280"/>
            <a:ext cx="731520" cy="36576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9080" y="22585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Frames extracted; ResNet-50 predicts REAL/FAKE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798064"/>
            <a:ext cx="56692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798064"/>
            <a:ext cx="54864" cy="5852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2907792"/>
            <a:ext cx="731520" cy="365760"/>
          </a:xfrm>
          <a:prstGeom prst="rect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2907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9080" y="29260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SHA-256 fingerprint computed from file bytes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3465576"/>
            <a:ext cx="56692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465576"/>
            <a:ext cx="54864" cy="5852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3575304"/>
            <a:ext cx="731520" cy="365760"/>
          </a:xfrm>
          <a:prstGeom prst="rect">
            <a:avLst/>
          </a:prstGeom>
          <a:solidFill>
            <a:srgbClr val="B45309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575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9080" y="35935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Hash anchored to Ethereum Sepolia blockchain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4133088"/>
            <a:ext cx="56692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4133088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6120" y="4242816"/>
            <a:ext cx="731520" cy="36576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42428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9080" y="42611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Any re-uploaded file verified against on-chain hash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4645152"/>
            <a:ext cx="13716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REAL / FAKE label output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4645152"/>
            <a:ext cx="13716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Confidence score displayed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4645152"/>
            <a:ext cx="13716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SHA-256 hash shown to user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4645152"/>
            <a:ext cx="13716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Blockchain status verified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What This Project Achieves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904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Accurate Deepfake Classification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17830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ResNet-50 with transfer learning achieves approximately 97% accuracy in classifying media as REAL or FAKE. The model uses ImageNet pretrained weights fine-tuned on FaceForensics++ and CelebDF benchmark datasets.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313432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313432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63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38658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Immutable Blockchain Verification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60120" y="2679192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Every uploaded file receives a unique SHA-256 cryptographic hash stored on the Ethereum Sepolia testnet via a Solidity smart contract. This ensures tamper-proof, permanently verifiable media authenticity.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3209544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209544"/>
            <a:ext cx="54864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9242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28269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Practical &amp; Scalable Full-Stack System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60120" y="3575304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complete system integrates a Flask REST API backend, ResNet-50 ML service, Web3.py blockchain service, and a responsive HTML/JS frontend — delivering a user-friendly, end-to-end working solution.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4105656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4105656"/>
            <a:ext cx="54864" cy="80467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8853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17880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Dual-Layer Trust Mechanism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60120" y="447141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By combining deep learning detection with blockchain anchoring, the system addresses both the detection of manipulation and the long-term integrity of verified files — a novel dual-layer approach to digital trust.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Where This Project Can Go Next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508760"/>
            <a:ext cx="384048" cy="274320"/>
          </a:xfrm>
          <a:prstGeom prst="rect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5087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Real-Time Video Stream Detection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1856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Extend the system to process live video streams frame-by-frame, enabling real-time deepfake flagging for video calls, news broadcasts, and social media platforms.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18888" y="1508760"/>
            <a:ext cx="384048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5087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94376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Multi-Modal Audio Deepfake Detection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18888" y="1856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Incorporate audio analysis models alongside video to detect voice cloning and AI-synthesized speech, providing a comprehensive multi-modal verification pipeline.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06040"/>
            <a:ext cx="41148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2697480"/>
            <a:ext cx="384048" cy="274320"/>
          </a:xfrm>
          <a:prstGeom prst="rect">
            <a:avLst/>
          </a:prstGeom>
          <a:solidFill>
            <a:srgbClr val="B45309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6974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Decentralized Storage with IPFS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044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Replace server-side file storage with IPFS (InterPlanetary File System) to achieve fully decentralized, censorship-resistant media storage paired with on-chain hash proofs.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606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0604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18888" y="2697480"/>
            <a:ext cx="384048" cy="274320"/>
          </a:xfrm>
          <a:prstGeom prst="rect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26974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94376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Mobile Application 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18888" y="3044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Build a native Android/iOS app for on-device deepfake detection, letting end users verify media authenticity directly from their smartphones with blockchain confirmation.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9476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384048" y="3886200"/>
            <a:ext cx="384048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8862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Federated Learning for Privacy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" y="42336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Adopt federated learning approaches to train detection models across distributed datasets without exposing private media, improving model robustness while preserving user privacy.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794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794760"/>
            <a:ext cx="41148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Shape 36"/>
          <p:cNvSpPr/>
          <p:nvPr/>
        </p:nvSpPr>
        <p:spPr>
          <a:xfrm>
            <a:off x="4818888" y="3886200"/>
            <a:ext cx="384048" cy="274320"/>
          </a:xfrm>
          <a:prstGeom prst="rect">
            <a:avLst/>
          </a:prstGeom>
          <a:solidFill>
            <a:srgbClr val="B45309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18888" y="38862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94376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Cross-Platform Blockchain Support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18888" y="42336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Expand beyond Ethereum to support Polygon, Hyperledger, or other chains, offering organizations flexibility in choosing their preferred blockchain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and Blockchain Integration</dc:title>
  <dc:subject>PptxGenJS Presentation</dc:subject>
  <dc:creator>PptxGenJS</dc:creator>
  <cp:lastModifiedBy>PptxGenJS</cp:lastModifiedBy>
  <cp:revision>1</cp:revision>
  <dcterms:created xsi:type="dcterms:W3CDTF">2026-05-12T05:09:55Z</dcterms:created>
  <dcterms:modified xsi:type="dcterms:W3CDTF">2026-05-12T05:09:55Z</dcterms:modified>
</cp:coreProperties>
</file>